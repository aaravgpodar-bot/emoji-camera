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63ea8736a24f43" /><Relationship Type="http://schemas.openxmlformats.org/officeDocument/2006/relationships/extended-properties" Target="/docProps/app.xml" Id="Rdb72dbc0fd86475c" /><Relationship Type="http://schemas.openxmlformats.org/officeDocument/2006/relationships/officeDocument" Target="/ppt/presentation.xml" Id="R8432ccee444d44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f05ec6e19e4df5"/>
  </p:sldMasterIdLst>
  <p:notesMasterIdLst>
    <p:notesMasterId xmlns:r="http://schemas.openxmlformats.org/officeDocument/2006/relationships" r:id="R847647368a664b4c"/>
  </p:notesMasterIdLst>
  <p:sldIdLst>
    <p:sldId xmlns:r="http://schemas.openxmlformats.org/officeDocument/2006/relationships" id="256" r:id="R0a520534c04d409d"/>
    <p:sldId xmlns:r="http://schemas.openxmlformats.org/officeDocument/2006/relationships" id="257" r:id="R70c2e323371844fd"/>
    <p:sldId xmlns:r="http://schemas.openxmlformats.org/officeDocument/2006/relationships" id="258" r:id="R2e7495e5350549c3"/>
    <p:sldId xmlns:r="http://schemas.openxmlformats.org/officeDocument/2006/relationships" id="259" r:id="R8e814a458d404f41"/>
    <p:sldId xmlns:r="http://schemas.openxmlformats.org/officeDocument/2006/relationships" id="260" r:id="Rd19bd75d2ecc4647"/>
    <p:sldId xmlns:r="http://schemas.openxmlformats.org/officeDocument/2006/relationships" id="261" r:id="R1dbfff6cf74d4c38"/>
    <p:sldId xmlns:r="http://schemas.openxmlformats.org/officeDocument/2006/relationships" id="262" r:id="Rfdcda8116316490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3c0d1609564c14" /><Relationship Type="http://schemas.openxmlformats.org/officeDocument/2006/relationships/slideMaster" Target="/ppt/slideMasters/slideMaster1.xml" Id="Rf7f05ec6e19e4df5" /><Relationship Type="http://schemas.openxmlformats.org/officeDocument/2006/relationships/notesMaster" Target="/ppt/notesMasters/notesMaster1.xml" Id="R847647368a664b4c" /><Relationship Type="http://schemas.openxmlformats.org/officeDocument/2006/relationships/presProps" Target="/ppt/presProps.xml" Id="R9ac4a3e478344aa7" /><Relationship Type="http://schemas.openxmlformats.org/officeDocument/2006/relationships/tableStyles" Target="/ppt/tableStyles.xml" Id="R1f94d0df7cbe46b9" /><Relationship Type="http://schemas.openxmlformats.org/officeDocument/2006/relationships/slide" Target="/ppt/slides/slide1.xml" Id="R0a520534c04d409d" /><Relationship Type="http://schemas.openxmlformats.org/officeDocument/2006/relationships/slide" Target="/ppt/slides/slide2.xml" Id="R70c2e323371844fd" /><Relationship Type="http://schemas.openxmlformats.org/officeDocument/2006/relationships/slide" Target="/ppt/slides/slide3.xml" Id="R2e7495e5350549c3" /><Relationship Type="http://schemas.openxmlformats.org/officeDocument/2006/relationships/slide" Target="/ppt/slides/slide4.xml" Id="R8e814a458d404f41" /><Relationship Type="http://schemas.openxmlformats.org/officeDocument/2006/relationships/slide" Target="/ppt/slides/slide5.xml" Id="Rd19bd75d2ecc4647" /><Relationship Type="http://schemas.openxmlformats.org/officeDocument/2006/relationships/slide" Target="/ppt/slides/slide6.xml" Id="R1dbfff6cf74d4c38" /><Relationship Type="http://schemas.openxmlformats.org/officeDocument/2006/relationships/slide" Target="/ppt/slides/slide7.xml" Id="Rfdcda811631649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1164d2270a44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0e652d2e674fe2" /><Relationship Type="http://schemas.openxmlformats.org/officeDocument/2006/relationships/notesMaster" Target="/ppt/notesMasters/notesMaster1.xml" Id="R6f74efda66af48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8a7d84cb5a4447" /><Relationship Type="http://schemas.openxmlformats.org/officeDocument/2006/relationships/notesMaster" Target="/ppt/notesMasters/notesMaster1.xml" Id="Rb2e490c739f746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458fd044cf4c21" /><Relationship Type="http://schemas.openxmlformats.org/officeDocument/2006/relationships/notesMaster" Target="/ppt/notesMasters/notesMaster1.xml" Id="R49017199b92842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3f4c2d04a14f6a" /><Relationship Type="http://schemas.openxmlformats.org/officeDocument/2006/relationships/notesMaster" Target="/ppt/notesMasters/notesMaster1.xml" Id="Rdcddba184d244b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fe64d0cf2d4fd2" /><Relationship Type="http://schemas.openxmlformats.org/officeDocument/2006/relationships/notesMaster" Target="/ppt/notesMasters/notesMaster1.xml" Id="Rd8f73058bc7a47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16cb7914534d28" /><Relationship Type="http://schemas.openxmlformats.org/officeDocument/2006/relationships/notesMaster" Target="/ppt/notesMasters/notesMaster1.xml" Id="R815b8b052b1a4c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e61dd82f264e24" /><Relationship Type="http://schemas.openxmlformats.org/officeDocument/2006/relationships/notesMaster" Target="/ppt/notesMasters/notesMaster1.xml" Id="R82ef875ef40e40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11f5c89fd244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18146c33434105" /><Relationship Type="http://schemas.openxmlformats.org/officeDocument/2006/relationships/slideLayout" Target="/ppt/slideLayouts/slideLayout1.xml" Id="R548fd3fae38b44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8fd3fae38b44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2088f3ab54723" /><Relationship Type="http://schemas.openxmlformats.org/officeDocument/2006/relationships/image" Target="/ppt/media/image.png" Id="R89f9ded58e8544a3" /><Relationship Type="http://schemas.openxmlformats.org/officeDocument/2006/relationships/notesSlide" Target="/ppt/notesSlides/notesSlide1.xml" Id="R2a993beafaef47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b9abe44f064db7" /><Relationship Type="http://schemas.openxmlformats.org/officeDocument/2006/relationships/notesSlide" Target="/ppt/notesSlides/notesSlide2.xml" Id="R7b436ec2d96743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27063197104124" /><Relationship Type="http://schemas.openxmlformats.org/officeDocument/2006/relationships/notesSlide" Target="/ppt/notesSlides/notesSlide3.xml" Id="Re4972aac303547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9f2368f4504f8a" /><Relationship Type="http://schemas.openxmlformats.org/officeDocument/2006/relationships/notesSlide" Target="/ppt/notesSlides/notesSlide4.xml" Id="R9fcf84bb830a44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382a42dc2a4841" /><Relationship Type="http://schemas.openxmlformats.org/officeDocument/2006/relationships/notesSlide" Target="/ppt/notesSlides/notesSlide5.xml" Id="R7394fc45248148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c7a0055e1a453f" /><Relationship Type="http://schemas.openxmlformats.org/officeDocument/2006/relationships/notesSlide" Target="/ppt/notesSlides/notesSlide6.xml" Id="R9c05b9b64ca94b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408a92c7464cb4" /><Relationship Type="http://schemas.openxmlformats.org/officeDocument/2006/relationships/notesSlide" Target="/ppt/notesSlides/notesSlide7.xml" Id="R229cd7aba82c4a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1C9EE7-5BDC-43F2-945F-53C6CFDD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EMOJI CAMERA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36EEDF-1AA9-4675-987E-E079BF43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5619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01114"/>
                </a:solidFill>
              </a:defRPr>
            </a:pPr>
            <a:r>
              <a:rPr sz="4650" b="1">
                <a:solidFill>
                  <a:srgbClr val="101114"/>
                </a:solidFill>
              </a:rPr>
              <a:t>A playful privacy-first camera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C23B5D-C016-46F3-A64A-28EA6B62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19450"/>
            <a:ext cx="533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A browser app that detects facial expression, overlays a matching emoji, and lets students build a copyable emoji message.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11207C-F2E8-474A-8D91-6455B833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1000"/>
            <a:ext cx="5467350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f9ded58e8544a3"/>
          <a:srcRect xmlns:a="http://schemas.openxmlformats.org/drawingml/2006/main" l="23485" t="0" r="234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647700"/>
            <a:ext cx="4972050" cy="52768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281268-8AD7-4D39-9441-BFC7EA6B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Emoji Camera / 01</a:t>
            </a:r>
          </a:p>
        </p:txBody>
      </p:sp>
    </p:spTree>
    <p:extLst>
      <p:ext uri="{BB962C8B-B14F-4D97-AF65-F5344CB8AC3E}">
        <p14:creationId xmlns:p14="http://schemas.microsoft.com/office/powerpoint/2010/main" val="8457756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7F8860-1145-4DDD-8CA0-B4DA55D5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114"/>
                </a:solidFill>
              </a:defRPr>
            </a:pPr>
            <a:r>
              <a:rPr sz="3300" b="1">
                <a:solidFill>
                  <a:srgbClr val="101114"/>
                </a:solidFill>
              </a:rPr>
              <a:t>What the app does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AAE8E2-E893-4D3D-B044-38C579DB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It turns facial expressions into a simple, shareable emoji moment.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43D567-F093-4CF0-8238-F7394F2F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1C2684-52EE-46F5-AEAC-2583D8E8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19350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1114"/>
                </a:solidFill>
              </a:defRPr>
            </a:pPr>
            <a:r>
              <a:rPr sz="4050" b="1">
                <a:solidFill>
                  <a:srgbClr val="101114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145347-EFD5-489D-96A1-46502666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114"/>
                </a:solidFill>
              </a:defRPr>
            </a:pPr>
            <a:r>
              <a:rPr sz="2100" b="1">
                <a:solidFill>
                  <a:srgbClr val="101114"/>
                </a:solidFill>
              </a:rPr>
              <a:t>Opens the camera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F35059-4DB9-4AC1-AA9C-95727906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Runs in the browser after permission is given.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F34501-24FE-4664-B982-378F5B3B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90750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EF4805-A92F-4A94-8484-2A12A9FF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19350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4D1B8"/>
                </a:solidFill>
              </a:defRPr>
            </a:pPr>
            <a:r>
              <a:rPr sz="4050" b="1">
                <a:solidFill>
                  <a:srgbClr val="14D1B8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71BF4B-1191-4909-A7D4-DF0AEA1D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33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114"/>
                </a:solidFill>
              </a:defRPr>
            </a:pPr>
            <a:r>
              <a:rPr sz="2100" b="1">
                <a:solidFill>
                  <a:srgbClr val="101114"/>
                </a:solidFill>
              </a:rPr>
              <a:t>Recognizes expression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630803-3C27-416E-8B91-C4B2ED5E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052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Uses face detection scores for happy, surprised, sad, angry, and neutral.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2CB125-BCFB-4C22-BF31-B9596DEDA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7FE362-2E9E-425F-B19F-C122F81D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19350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1114"/>
                </a:solidFill>
              </a:defRPr>
            </a:pPr>
            <a:r>
              <a:rPr sz="4050" b="1">
                <a:solidFill>
                  <a:srgbClr val="101114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BF3836-00E7-4AF7-938C-05DC0585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33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114"/>
                </a:solidFill>
              </a:defRPr>
            </a:pPr>
            <a:r>
              <a:rPr sz="2100" b="1">
                <a:solidFill>
                  <a:srgbClr val="101114"/>
                </a:solidFill>
              </a:rPr>
              <a:t>Builds a message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920D5A-E61B-4D74-BCBB-09F845B3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052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Students add emojis into a message box and copy the final string.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84B038-C0A8-489F-8396-4B177D74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Emoji Camera / 02</a:t>
            </a:r>
          </a:p>
        </p:txBody>
      </p:sp>
    </p:spTree>
    <p:extLst>
      <p:ext uri="{BB962C8B-B14F-4D97-AF65-F5344CB8AC3E}">
        <p14:creationId xmlns:p14="http://schemas.microsoft.com/office/powerpoint/2010/main" val="3618302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0BE2EB-FA75-4A48-8D7B-FBCECDFE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114"/>
                </a:solidFill>
              </a:defRPr>
            </a:pPr>
            <a:r>
              <a:rPr sz="3300" b="1">
                <a:solidFill>
                  <a:srgbClr val="101114"/>
                </a:solidFill>
              </a:rPr>
              <a:t>Live demo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C760FF-2AA7-479E-B363-AA1D338A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0">
            <a:solidFill>
              <a:srgbClr val="10111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4C3CAF-1BA2-4574-8A26-88369620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114"/>
                </a:solidFill>
              </a:defRPr>
            </a:pPr>
            <a:r>
              <a:rPr sz="2550" b="1">
                <a:solidFill>
                  <a:srgbClr val="101114"/>
                </a:solidFill>
              </a:rPr>
              <a:t>Start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651799-096B-4FA0-986D-79F3FD89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00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Camera permission appears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E96786-DA65-4FAF-A283-3F5EB66D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161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0">
                <a:solidFill>
                  <a:srgbClr val="101114"/>
                </a:solidFill>
              </a:defRPr>
            </a:pPr>
            <a:r>
              <a:rPr sz="4350" b="0">
                <a:solidFill>
                  <a:srgbClr val="101114"/>
                </a:solidFill>
              </a:rPr>
              <a:t>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3A880B-E428-4FBA-83E5-8F4DE40F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848100"/>
            <a:ext cx="47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D1B8"/>
                </a:solidFill>
              </a:defRPr>
            </a:pPr>
            <a:r>
              <a:rPr sz="3150" b="1">
                <a:solidFill>
                  <a:srgbClr val="14D1B8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4C0EEE-8F73-4BAB-8DA8-AE4E7EBB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955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114"/>
                </a:solidFill>
              </a:defRPr>
            </a:pPr>
            <a:r>
              <a:rPr sz="2550" b="1">
                <a:solidFill>
                  <a:srgbClr val="101114"/>
                </a:solidFill>
              </a:rPr>
              <a:t>Detect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CAF989-41EE-46A4-8BD2-CF9EA2B2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24150"/>
            <a:ext cx="200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Emoji follows the face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FA7D74-B17A-432D-BAA1-62132BBD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57625"/>
            <a:ext cx="161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0">
                <a:solidFill>
                  <a:srgbClr val="101114"/>
                </a:solidFill>
              </a:defRPr>
            </a:pPr>
            <a:r>
              <a:rPr sz="4350" b="0">
                <a:solidFill>
                  <a:srgbClr val="101114"/>
                </a:solidFill>
              </a:rPr>
              <a:t>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E78D05-05AD-4413-BEE9-31F0F7CF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848100"/>
            <a:ext cx="47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D1B8"/>
                </a:solidFill>
              </a:defRPr>
            </a:pPr>
            <a:r>
              <a:rPr sz="3150" b="1">
                <a:solidFill>
                  <a:srgbClr val="14D1B8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0FEEDD-C876-4771-82CA-04EB48C5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955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114"/>
                </a:solidFill>
              </a:defRPr>
            </a:pPr>
            <a:r>
              <a:rPr sz="2550" b="1">
                <a:solidFill>
                  <a:srgbClr val="101114"/>
                </a:solidFill>
              </a:rPr>
              <a:t>Compose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AA2BEE-D748-428D-9758-0161B5CA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24150"/>
            <a:ext cx="200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Add current or tap emojis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C1C909-1008-4B06-9667-AA56C57E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57625"/>
            <a:ext cx="161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0">
                <a:solidFill>
                  <a:srgbClr val="101114"/>
                </a:solidFill>
              </a:defRPr>
            </a:pPr>
            <a:r>
              <a:rPr sz="4350" b="0">
                <a:solidFill>
                  <a:srgbClr val="101114"/>
                </a:solidFill>
              </a:rPr>
              <a:t>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A45339-DB33-48DC-9C8F-CFEF7FD3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848100"/>
            <a:ext cx="47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4D1B8"/>
                </a:solidFill>
              </a:defRPr>
            </a:pPr>
            <a:r>
              <a:rPr sz="3150" b="1">
                <a:solidFill>
                  <a:srgbClr val="14D1B8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D488C9-8FF7-4445-82B0-6BB24D46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955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114"/>
                </a:solidFill>
              </a:defRPr>
            </a:pPr>
            <a:r>
              <a:rPr sz="2550" b="1">
                <a:solidFill>
                  <a:srgbClr val="101114"/>
                </a:solidFill>
              </a:rPr>
              <a:t>Copy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773C88-BC97-4320-BA34-CE9DCD59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24150"/>
            <a:ext cx="2000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Paste the finished emoji message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271A79-CA9D-4858-B3F9-A43DD794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857625"/>
            <a:ext cx="161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0">
                <a:solidFill>
                  <a:srgbClr val="101114"/>
                </a:solidFill>
              </a:defRPr>
            </a:pPr>
            <a:r>
              <a:rPr sz="4350" b="0">
                <a:solidFill>
                  <a:srgbClr val="101114"/>
                </a:solidFill>
              </a:rPr>
              <a:t>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E0A78F-7BC9-4FA0-BE3B-7C7EB226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Emoji Camera / 03</a:t>
            </a:r>
          </a:p>
        </p:txBody>
      </p:sp>
    </p:spTree>
    <p:extLst>
      <p:ext uri="{BB962C8B-B14F-4D97-AF65-F5344CB8AC3E}">
        <p14:creationId xmlns:p14="http://schemas.microsoft.com/office/powerpoint/2010/main" val="16487596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5C1B27-C171-4324-86EC-83084CDC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114"/>
                </a:solidFill>
              </a:defRPr>
            </a:pPr>
            <a:r>
              <a:rPr sz="3300" b="1">
                <a:solidFill>
                  <a:srgbClr val="101114"/>
                </a:solidFill>
              </a:rPr>
              <a:t>Privacy story for parents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25F360-92C8-494F-A528-66424EC5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4857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247A97-3C54-479A-A12C-841B691C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114"/>
                </a:solidFill>
              </a:defRPr>
            </a:pPr>
            <a:r>
              <a:rPr sz="2400" b="1">
                <a:solidFill>
                  <a:srgbClr val="101114"/>
                </a:solidFill>
              </a:rPr>
              <a:t>What stays local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AA0333-9F1C-4B70-B89C-3570140E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4000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Camera processing happens in the browser. There is no login, no cloud account, and no video upload in this version.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9F2AE9-25A3-4C8E-B24E-13A7DEC4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19250"/>
            <a:ext cx="4857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4919F-CDF0-4327-A1B7-F7619CEB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52625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114"/>
                </a:solidFill>
              </a:defRPr>
            </a:pPr>
            <a:r>
              <a:rPr sz="2400" b="1">
                <a:solidFill>
                  <a:srgbClr val="101114"/>
                </a:solidFill>
              </a:rPr>
              <a:t>What gets saved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813E8B-6CD9-49C5-BE1B-438D9E2F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90800"/>
            <a:ext cx="4000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Only a screenshot is saved, and only when the user presses Capture. Emoji messages are copied by the user.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E52B61-99C9-4C4C-85E2-BBA9ABB4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Emoji Camera / 04</a:t>
            </a:r>
          </a:p>
        </p:txBody>
      </p:sp>
    </p:spTree>
    <p:extLst>
      <p:ext uri="{BB962C8B-B14F-4D97-AF65-F5344CB8AC3E}">
        <p14:creationId xmlns:p14="http://schemas.microsoft.com/office/powerpoint/2010/main" val="16942290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77A9AA-69C9-419C-BCDE-150BB3D8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114"/>
                </a:solidFill>
              </a:defRPr>
            </a:pPr>
            <a:r>
              <a:rPr sz="3300" b="1">
                <a:solidFill>
                  <a:srgbClr val="101114"/>
                </a:solidFill>
              </a:rPr>
              <a:t>What changed after testing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18306D-06C8-4064-8E52-0FBAC278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114"/>
                </a:solidFill>
              </a:defRPr>
            </a:pPr>
            <a:r>
              <a:rPr sz="2100" b="1">
                <a:solidFill>
                  <a:srgbClr val="101114"/>
                </a:solidFill>
              </a:rPr>
              <a:t>Before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671C46-1D44-4479-8DC7-3F7053A1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811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History and guide could overlap on narrow screens.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938389-2066-43CA-9FEA-0AA76A00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12FD0C-D4D5-4844-A427-7F773995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D1B8"/>
                </a:solidFill>
              </a:defRPr>
            </a:pPr>
            <a:r>
              <a:rPr sz="2100" b="1">
                <a:solidFill>
                  <a:srgbClr val="14D1B8"/>
                </a:solidFill>
              </a:rPr>
              <a:t>Fix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ABFDA6-9F09-49C7-9358-984F9072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Separated composer, history, and guide into independent sections.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0365E4-89A2-4751-94B6-9B6F903E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ABCB7C-8818-49CD-BE31-FEED0BCE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114"/>
                </a:solidFill>
              </a:defRPr>
            </a:pPr>
            <a:r>
              <a:rPr sz="2100" b="1">
                <a:solidFill>
                  <a:srgbClr val="101114"/>
                </a:solidFill>
              </a:rPr>
              <a:t>New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F5A280-01B4-46EF-9A98-03D68920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623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Added Camera off, Copy all, Backspace, and Clear controls.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B1A0E9-4D6A-450F-8883-69C41BF6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481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6ED6D3-7181-4FD5-9754-B29628D6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114"/>
                </a:solidFill>
              </a:defRPr>
            </a:pPr>
            <a:r>
              <a:rPr sz="2100" b="1">
                <a:solidFill>
                  <a:srgbClr val="101114"/>
                </a:solidFill>
              </a:rPr>
              <a:t>Better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EA9494-E989-4F3F-B792-DDE56126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529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Stabilized expression changes so detection feels less jumpy.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06F03A-BA65-4132-869E-806F0CF4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687C12-D727-490D-AB28-1AB81471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Emoji Camera / 05</a:t>
            </a:r>
          </a:p>
        </p:txBody>
      </p:sp>
    </p:spTree>
    <p:extLst>
      <p:ext uri="{BB962C8B-B14F-4D97-AF65-F5344CB8AC3E}">
        <p14:creationId xmlns:p14="http://schemas.microsoft.com/office/powerpoint/2010/main" val="16904839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80F11E-CA83-4D7B-B56F-D1B7ADFF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114"/>
                </a:solidFill>
              </a:defRPr>
            </a:pPr>
            <a:r>
              <a:rPr sz="3300" b="1">
                <a:solidFill>
                  <a:srgbClr val="101114"/>
                </a:solidFill>
              </a:rPr>
              <a:t>Honest limitations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C9BEA4-FE2E-41A7-9CF6-37CB595A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Expression detection is useful for a demo, but not a perfect emotion reader.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D84933-7CD6-4A9E-8AC5-212102EF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32766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7A208D-AB7C-4F8C-83C1-856B8BA7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52700"/>
            <a:ext cx="272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114"/>
                </a:solidFill>
              </a:defRPr>
            </a:pPr>
            <a:r>
              <a:rPr sz="2100" b="1">
                <a:solidFill>
                  <a:srgbClr val="101114"/>
                </a:solidFill>
              </a:rPr>
              <a:t>Lighting matters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772A4E-E043-490C-B476-548B2128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272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Dim rooms and backlighting reduce accuracy.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B01725-BCDD-4B3E-B1D1-53BAB016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286000"/>
            <a:ext cx="32766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B698B4-973B-4061-B932-CA31BDF3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52700"/>
            <a:ext cx="272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114"/>
                </a:solidFill>
              </a:defRPr>
            </a:pPr>
            <a:r>
              <a:rPr sz="2100" b="1">
                <a:solidFill>
                  <a:srgbClr val="101114"/>
                </a:solidFill>
              </a:rPr>
              <a:t>Angles matter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4D4FFE-7D70-48C2-81FC-FB37CEAB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86150"/>
            <a:ext cx="272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Side-facing cameras and fast movement are harder.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E8CB97-E428-463B-8495-0ABE315A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86000"/>
            <a:ext cx="32766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9B3BBA-E988-459B-9124-16FD5CF9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52700"/>
            <a:ext cx="272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114"/>
                </a:solidFill>
              </a:defRPr>
            </a:pPr>
            <a:r>
              <a:rPr sz="2100" b="1">
                <a:solidFill>
                  <a:srgbClr val="101114"/>
                </a:solidFill>
              </a:rPr>
              <a:t>Some emojis are manual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B7AFDF-AABA-4CCB-94F8-42F1ED99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86150"/>
            <a:ext cx="272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Thinking, sleepy, and cool are better as tap-to-add choices.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405607-7735-4F43-9018-121C0D7B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Emoji Camera / 06</a:t>
            </a:r>
          </a:p>
        </p:txBody>
      </p:sp>
    </p:spTree>
    <p:extLst>
      <p:ext uri="{BB962C8B-B14F-4D97-AF65-F5344CB8AC3E}">
        <p14:creationId xmlns:p14="http://schemas.microsoft.com/office/powerpoint/2010/main" val="15732172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1A32C9-26B1-4F42-9DC9-8B3EA27F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1114"/>
                </a:solidFill>
              </a:defRPr>
            </a:pPr>
            <a:r>
              <a:rPr sz="3750" b="1">
                <a:solidFill>
                  <a:srgbClr val="101114"/>
                </a:solidFill>
              </a:rPr>
              <a:t>What parents should remember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88FA89-74DF-4E4D-97BC-C487A4D4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478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55555"/>
                </a:solidFill>
              </a:defRPr>
            </a:pPr>
            <a:r>
              <a:rPr sz="2100" b="0">
                <a:solidFill>
                  <a:srgbClr val="555555"/>
                </a:solidFill>
              </a:rPr>
              <a:t>It is a small, understandable AI project: camera input, browser ML, visible feedback, and a clear privacy boundary.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68A7B3-428D-4908-99FA-2035E7D7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5334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01C18E-7D2A-4021-88DB-3463FCDE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114"/>
                </a:solidFill>
              </a:defRPr>
            </a:pPr>
            <a:r>
              <a:rPr sz="1950" b="1">
                <a:solidFill>
                  <a:srgbClr val="101114"/>
                </a:solidFill>
              </a:rPr>
              <a:t>Demo link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8C6659-BA8D-4496-99D7-1465E48E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D1B8"/>
                </a:solidFill>
              </a:defRPr>
            </a:pPr>
            <a:r>
              <a:rPr sz="1800" b="1">
                <a:solidFill>
                  <a:srgbClr val="14D1B8"/>
                </a:solidFill>
              </a:rPr>
              <a:t>https://emojicam.pythonanywhere.com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F06B65-9EF4-41FB-A5AE-4FAC9252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90875"/>
            <a:ext cx="4381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Next improvements: more stable detection, optional saved messages, and a clearer mobile-first polish pass.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A538B1-71D2-4323-9801-E5D24914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Emoji Camera / 07</a:t>
            </a:r>
          </a:p>
        </p:txBody>
      </p:sp>
    </p:spTree>
    <p:extLst>
      <p:ext uri="{BB962C8B-B14F-4D97-AF65-F5344CB8AC3E}">
        <p14:creationId xmlns:p14="http://schemas.microsoft.com/office/powerpoint/2010/main" val="10205609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2026-06-26T08:59:27.3400000Z</dcterms:created>
  <dcterms:modified xsi:type="dcterms:W3CDTF">2026-06-26T08:59:27.3400000Z</dcterms:modified>
</coreProperties>
</file>